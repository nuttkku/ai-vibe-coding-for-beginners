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0"/>
            <a:ext cx="109728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Leelawadee UI"/>
              </a:rPr>
              <a:t>Vibe Coding for Beginners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6B6D4"/>
                </a:solidFill>
                <a:latin typeface="Leelawadee UI"/>
              </a:rPr>
              <a:t>หลักสูตรอบรม 2 วัน: สร้างแอปพลิเคชันด้วย AI โดยไม่ต้องพิมพ์โค้ดเอง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F59E0B"/>
                </a:solidFill>
                <a:latin typeface="Leelawadee UI"/>
              </a:rPr>
              <a:t>ระยะเวลา: 2 วัน | วันละ 6 ชั่วโมง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F59E0B"/>
                </a:solidFill>
                <a:latin typeface="Leelawadee UI"/>
              </a:rPr>
              <a:t>กลุ่มเป้าหมาย: ครูคอมพิวเตอร์ และผู้ที่ต้องการสร้างชิ้นงานจริงด้วย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2872" y="5394960"/>
            <a:ext cx="2743200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08592" y="54406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eelawadee UI"/>
              </a:rPr>
              <a:t>🤖 Vibe Coding
Workshop 2 วัน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วันนี้คุณจะทำอะไรได้บ้าง?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เมื่อจบ Workshop 2 วันนี้ คุณจะสามารถ: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สร้างเว็บแอปพลิเคชันจริงได้ โดยไม่ต้องพิมพ์โค้ดเอง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สั่งงาน AI ให้เขียนโค้ดและแก้ไขให้ตามต้องการ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รันโปรแกรมด้วย Docker บนเครื่องตัวเองได้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3639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9923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บันทึกและกู้คืนงานด้วย Git Desktop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2044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38328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ไม่กลัว Error อีกต่อไป เพราะมี AI ช่วยแก้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Workshop นี้สำหรับใคร?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กลุ่มเป้าหมายหลัก: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ครูคอมพิวเตอร์ที่ไม่ได้เขียนโปรแกรมมานาน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ผู้ที่ใช้คอมพิวเตอร์เป็น แต่ไม่มีพื้นฐานการเขียนโค้ด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ผู้ที่ต้องการสร้างชิ้นงานและนำไปสอนนักเรียนได้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สิ่งที่ไม่จำเป็นต้องมี: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ไม่ต้องรู้จักโค้ดมาก่อนเลย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ไม่ต้องจำคำสั่งหรือไวยากรณ์ใดๆ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ไม่ต้องมีพื้นฐาน IT ขั้นสูง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Vibe Coding คืออะไร?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Vibe Coding คือแนวทางการเขียนโปรแกรมในยุค AI โดยที่: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เราทำหน้าที่ "สั่งการ" เป็นภาษาคนธรรมดา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AI ทำหน้าที่ "เขียนโค้ด" ให้เราทั้งหมด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เราตรวจสอบผล และสั่งปรับจนพอใจ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คำว่า "Vibe" หมายถึง: ส่งความรู้สึกและความต้องการ แล้วปล่อยให้ AI แปลออกมาเป็นโค้ด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ทำไมถึงทำได้ในยุคนี้?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เหตุผลที่ Vibe Coding เป็นไปได้แล้ววันนี้: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AI เข้าใจภาษาคน: โมเดลภาษาขนาดใหญ่ (LLM) เข้าใจภาษาไทยและเขียนโค้ดได้แม่นยำมาก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AI รันได้บนเครื่องธรรมดา: Ollama ทำให้รัน AI ออฟไลน์บน RAM 8GB ได้ฟรี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เครื่องมือพร้อม: VS Code + Cline + Docker ทำให้วงจรสั่ง → ดูผล → แก้ไข ทำได้ภายในไม่กี่วินาที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การเปลี่ยนบทบาทของเรา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ยุคเก่า — ผู้พิมพ์โค้ด: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ต้องจำไวยากรณ์ภาษาโปรแกรม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ต้องพิมพ์โค้ดทีละบรรทัด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ถ้าผิดพลาดต้องค้นหาเองหรือถามเพื่อน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ยุคใหม่ — ผู้สั่งการและตรวจสอบ: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บอกความต้องการเป็นภาษาคน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AI เขียนโค้ดให้ทั้งหมด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เราดูผล สั่งแก้ไข และบันทึกงาน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Loop การทำงานหลัก — จำให้ขึ้นใจ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ขั้นที่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7160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บอก AI: พิมพ์ Prompt บอกสิ่งที่ต้องการใน Cline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739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ขั้นที่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7393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ดูผล: เปิดดูผลลัพธ์ในเบราว์เซอร์ว่าตรงใจไหม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762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ขั้นที่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7627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แก้ไข: ถ้าไม่ตรงใจ สั่ง AI ปรับต่อทันที ไม่ต้องเริ่มใหม่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786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ขั้นที่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78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บันทึก: เมื่อพอใจแล้ว Commit งานด้วย GitHub 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8094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วนซ้ำขั้นที่ 1-4 จนกว่าจะได้งานที่สมบูรณ์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กติกาเหล็กของ Workshop 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"ห้ามพิมพ์โค้ดเอง! ให้บอก AI และ AI จะเขียนให้"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หน้าที่ของเรา: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บอกความต้องการให้ชัดเจน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ตรวจสอบผลลัพธ์ที่ AI สร้าง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สั่งแก้ไขเมื่อไม่ตรงใจ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บันทึกงานด้วย Git 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ไม่ใช่หน้าที่ของเรา: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จำไวยากรณ์โค้ด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เข้าใจทุก line ของโค้ด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2395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51023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จำคำสั่ง git ทุกตัว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ภาพรวมเครื่องมือที่ใช้ทั้งหมด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7160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บ้านของเรา: โปรแกรมที่เราเปิดทำงาน เหมือน Microsoft Word แต่สำหรับโค้ด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739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Ollama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7393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เครื่องยนต์ AI: รัน AI Model ในเครื่องเรา ออฟไลน์ได้ ไม่เสียค่าใช้จ่าย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762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Cline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7627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ปากของเรากับ AI: Extension ใน VS Code ที่เราพิมพ์บอก AI ผ่านตรงนี้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786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Docker Desktop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78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กล่องรันโปรแกรม: ทำให้โปรแกรมรันได้เหมือนกันทุกเครื่อง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8094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GitHub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8094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สมุดบันทึก: บันทึกประวัติงานทุกครั้ง ย้อนกลับได้เสมอ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VS Code คืออะไร?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VS Code (Visual Studio Code) คือ Code Editor ที่นักพัฒนาทั่วโลกใช้มากที่สุด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ทำไมถึงเลือก VS Code: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ฟรี 100% พัฒนาโดย Microsoft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ติดตั้ง Extension เพิ่มได้ไม่จำกัด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Cline ทำงานใน VS Code ได้โดยตรง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มี Terminal ในตัว สำหรับรันคำสั่ง 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หน้าตาของ VS Code: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แถบซ้าย: ไฟล์และ Extensions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พื้นที่กลาง: แก้ไขโค้ด (เราไม่ค่อยใช้ส่วนนี้!)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2395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51023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แถบขวา: Cline จะแสดงที่นี่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62356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48640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ด้านล่าง: Terminal สำหรับรันคำสั่ง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Ollama + Cline ทำงานร่วมกันอย่างไร?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Ollama รัน AI Model บนเครื่อง เหมือนเซิร์ฟเวอร์ส่วนตัว: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เปิดอยู่เบื้องหลัง (ดูไอคอนที่ taskbar)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รับคำถามจาก Cline และตอบกลับ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ออฟไลน์ได้ ข้อมูลไม่ออกนอกเครื่อง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Cline เป็นหน้าต่างคุยกับ AI: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เราพิมพ์ Prompt ที่นี่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Cline ส่ง Prompt ให้ Ollama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Ollama ประมวลผลและส่งคำตอบกลับมา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640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6268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Cline แสดงผลและสามารถสร้าง/แก้ไขไฟล์ได้เลย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AI Model ที่ใช้: Qwen2.5-Coder:7b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พัฒนาโดย Alibaba Cloud เพื่อการเขียนโค้ดโดยเฉพาะ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จุดเด่น: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เชี่ยวชาญการเขียนและแก้ไขโค้ด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เข้าใจและตอบได้ทั้งภาษาไทยและอังกฤษ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ขนาด 7 พันล้าน Parameters — รันได้บน RAM 8GB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ดาวน์โหลดครั้งเดียวใช้ได้ตลอด ไม่มีค่าใช้จ่ายรายเดือน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ขนาดไฟล์: ประมาณ 4-5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3425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ความต้องการระบบขั้นต่ำ: RAM 8 GB, พื้นที่ 10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ตารางวันที่ 1 — เข้าใจเครื่องมือ และคุยกับ AI ครั้งแรก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ช่วงเช้า (09:00 - 12:00 น.):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09:00 น. — ปฐมนิเทศ: Vibe Coding คืออะไร?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09:45 น. — LAB-01: ติดตั้งเครื่องมือทั้งหมด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11:30 น. — LAB-02: คุยกับ AI ครั้งแรก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ช่วงบ่าย (13:00 - 16:00 น.):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13:00 น. — LAB-03: Prompt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14:00 น. — LAB-04: สร้างหน้าเว็บแรกด้วย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15:00 น. — LAB-05: บันทึกงานด้วย Git Desktop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LAB-01 | ติดตั้งเครื่องมือทั้งหมด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1.2 | 09:45 - 11:30 น. | ระยะเวลา ~1 ชั่วโมง 45 นาที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มีเครื่องมือครบทุกตัวและพร้อมเริ่ม 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ลำดับการติดตั้ง: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6440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558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1. 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35584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Code Editor หลัก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5818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2. GitHub Desktop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75818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บันทึกงานด้วย GUI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3. Docker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16052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กล่องรันโปรแกรม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6285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4. 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56285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เครื่องยนต์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65192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ดาวน์โหลด Model qwen2.5-coder:7b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6. Cline Extension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4406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เชื่อม VS Code กับ 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LAB-01 | ทำไมต้องติดตั้งทุกอย่างเอง?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เหตุผลที่ใช้ Local Setup แทน Cloud: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ออฟไลน์ได้: ใช้ในห้องเรียนที่ internet ไม่เสถียรได้เลย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ฟรี 100%: ไม่มีค่าสมัครสมาชิก ไม่มีค่า API รายเดือน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ข้อมูลไม่รั่ว: โค้ดของนักเรียนไม่ออกนอกเครื่อง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เหมาะกับโรงเรียน: ดาวน์โหลดครั้งเดียว แชร์ไฟล์ได้เลย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LAB-01 | ติดตั้ง VS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ดาวน์โหลด: code.visualstudio.com → คลิก Download for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ขั้นตอนติดตั้ง: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ดับเบิลคลิกไฟล์ .exe ที่ดาวน์โหลดมา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คลิก "I accept the agreement" →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3. ติ๊กถูก "Add to PATH" และ "Create a desktop icon"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735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สำคัญมาก!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6758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คลิก Install และรอ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1513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คลิก Finish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268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ตรวจสอบ: VS Code เปิดได้และเห็นหน้าจอสีเข้ม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LAB-01 | ติดตั้ง GitHub 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ดาวน์โหลด: desktop.github.com → Download for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ขั้นตอนติดตั้ง: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ดับเบิลคลิกไฟล์ GitHubDesktopSetup-x64.exe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โปรแกรมจะติดตั้งและเปิดขึ้นอัตโนมัติ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เมื่อถามให้ Sign in → คลิก "Skip this step"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(ไม่จำเป็นต้องมี account GitHub สำหรับการใช้งานวันนี้)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ตรวจสอบ: GitHub Desktop เปิดได้ เห็นหน้าจอต้อนรับ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LAB-01 | ติดตั้ง Docker 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ก่อนติดตั้ง — เปิดใช้งาน WSL2: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ค้นหา "PowerShell" → คลิกขวา → Run as 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พิมพ์: wsl --install แล้วกด 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รอเสร็จแล้ว Restart เครื่อง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ดาวน์โหลด: docker.com/products/docker-desktop → Download for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ขั้นตอนติดตั้ง: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13308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ดับเบิลคลิกไฟล์ Docker Desktop Installer.exe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000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คลิก OK และรอ (3-5 นาที)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17550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Restart เครื่องถ้าโปรแกรมขอ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65099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ตรวจสอบ: ไอคอนปลาวาฬ (Docker) สีเขียวที่ taskbar มุมขวาล่าง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LAB-01 | ติดตั้ง Ollama และดาวน์โหลด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ดาวน์โหลด Ollama: ollama.com → Download →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ติดตั้ง Ollama: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ดับเบิลคลิก OllamaSetup.exe → Install → รอ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ดาวน์โหลด AI Model: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18211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เปิด PowerShell (ค้นหาจาก Start Menu)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2. พิมพ์คำสั่งนี้แล้วกด Enter: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13308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224528"/>
            <a:ext cx="11503152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11137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Courier New"/>
              </a:rPr>
              <a:t>ollama pull qwen2.5-coder:7b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817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รอ 5-15 นาที (ไฟล์ขนาด ~4.5 GB)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1572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เมื่อเห็นข้อความ "success" = สำเร็จ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63270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ตรวจสอบ: พิมพ์ "ollama list" แล้วเห็น qwen2.5-coder:7b ในรายการ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LAB-01 | ติดตั้ง Cline และตั้งค่าเชื่อม Ollama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ติดตั้ง Cline ใน VS Code: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เปิด VS Code → กด Ctrl + Shift + X (Extensions)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ค้นหา "Cline" → เลือกของ saoudrizwan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คลิก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ตั้งค่า Cline ให้ใช้ Ollama: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5760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คลิกไอคอน Cline ที่แถบซ้าย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คลิกฟันเฟือง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000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3. ตั้งค่า: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08406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3126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1755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API Provider: Ollama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6967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55595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Base URL: http://localhost:11434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08076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94360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Model: qwen2.5-coder:7b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32764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บันทึก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LAB-01 | Checklist ก่อนไปต่อ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ตรวจสอบให้ครบทุกข้อก่อนไป LAB-02: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VS Code เปิดได้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GitHub Desktop เปิดได้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Desktop ไอคอนสีเขียวที่ taskbar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3639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9923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พิมพ์ "ollama list" แล้วเห็น qwen2.5-coder:7b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2044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38328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Cline ติดตั้งใน VS Code และตั้งค่าแล้ว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673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ปัญหาที่พบบ่อย: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5137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ไม่เริ่ม: ตรวจสอบ WSL2 และ Restart เครื่อง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640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6268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Cline ไม่เจอโมเดล: ตรวจสอบว่า Ollama รันอยู่ที่ taskbar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LAB-02 | คุยกับ AI ครั้งแรก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1.3 | 11:30 - 12:00 น. | ระยะเวลา ~30 นาที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ส่งข้อความให้ AI และได้รับการตอบกลับสำเร็จครั้งแรก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สิ่งที่จะทำ: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6440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9300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5584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 Cline ใน VS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3989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ส่งข้อความทดสอบ 3 ระดับ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6110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23944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ทำความเข้าใจหน้าตาและการทำงานของ Cline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07992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สิ่งสำคัญที่ต้องรู้ก่อน: Ollama ต้องรันอยู่เบื้องหลัง ตรวจสอบที่ taskbar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LAB-02 | การทดสอบ 3 ระดับ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ทดสอบที่ 1 — ทักทาย AI: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พิมพ์: "สวัสดีครับ ช่วยแนะนำตัวเองหน่อยได้ไหม? และบอกว่าคุณคือ AI Model อะไร?"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ผลที่ควรได้: AI แนะนำตัวว่าเป็น Qwen2.5-Coder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ทดสอบที่ 2 — ถามเรื่องโค้ด: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พิมพ์: "ช่วยอธิบาย HTML คืออะไร? อธิบายแบบง่ายๆ สำหรับครูที่ไม่ได้เขียนโค้ดมานาน"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ผลที่ควรได้: AI อธิบายเป็นภาษาเข้าใจง่าย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ทดสอบที่ 3 — ขอสร้างโค้ด: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พิมพ์: "ช่วยสร้างโค้ด HTML สั้นๆ ที่แสดงข้อความ 'สวัสดีโลก!' บนหน้าจอ"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ผลที่ควรได้: AI สร้างโค้ดให้พร้อมคำอธิบาย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LAB-02 | Cline ทำงานอย่างไร?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เมื่อเราพิมพ์ข้อความใน Cline: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Cline ส่ง Prompt ของเราไปที่ Ollama (ที่รันอยู่ใน localhost)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Ollama ให้ qwen2.5-coder:7b ประมวลผล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AI สร้างคำตอบหรือโค้ด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Cline แสดงผล และถ้า AI ต้องการสร้าง/แก้ไขไฟล์ จะขออนุญาตก่อน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เราคลิก "Approve" หรือ "Reject"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สำคัญ: Cline ไม่ทำอะไรกับไฟล์โดยไม่ได้รับอนุญาต เราควบคุมได้เสมอ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LAB-02 | ทำความเข้าใจ UI ของ Cline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แผง Cline แบ่งเป็น 3 ส่วน: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ส่วนบน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4708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ประวัติการสนทนา: ข้อความทั้งหมดที่โต้ตอบกัน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94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ส่วนกลาง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4942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การกระทำของ AI: แสดงเมื่อ AI จะสร้าง/แก้ไขไฟล์ พร้อมปุ่ม Approve/Reject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ส่วนล่าง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5176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ช่องพิมพ์: พิมพ์ Prompt และส่ง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5409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เคล็ดลับ: ถ้า AI ตอบเป็นภาษาอังกฤษ เพิ่ม "ตอบเป็นภาษาไทยด้วย" ในข้อความ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LAB-03 | ศิลปะการสั่งการ AI: Prompt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1.4 | 13:00 - 14:00 น. | ระยะเวลา ~1 ชั่วโมง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เขียน Prompt ที่ดีได้ และเห็นความแตกต่างของผลลัพธ์อย่างชัดเจน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Prompt Engineering คือ: ทักษะการบอก AI ให้ได้ผลลัพธ์ที่ต้องการ โดยใช้ภาษาที่ชัดเจนและครบถ้วน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75304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ทำไมต้องเรียนเรื่องนี้: Prompt ที่ดีกับไม่ดี ให้ผลลัพธ์ที่ต่างกันอย่างสิ้นเชิง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LAB-03 | Prompt คืออะไร?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Prompt = ข้อความที่เราพิมพ์บอก AI ว่าต้องการอะไร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71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อุปมาเปรียบเทียบ: AI เหมือนช่างฝีมือที่เก่งมาก แต่ถ้าสั่งงานไม่ชัด งานที่ได้ก็ไม่ตรงใจ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62072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ตัวอย่างชัดเจน: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337560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สั่งไม่ชัด: "ทำเค้กให้หน่อย"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72160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สั่งชัด: "ทำเค้กช็อกโกแลต ขนาด 1 ปอนด์ หวานน้อย มีครีมด้านบน ใส่กล่องสวยงาม"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05656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ยิ่งชัดเจน = ยิ่งได้ผลลัพธ์ตรงใจ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LAB-03 | โครงสร้าง Prompt ที่ดี — 3 ส่วน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ส่วนที่ 1 — บริบท (Context):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บอกว่าเราเป็นใคร กำลังทำอะไร เพื่อใคร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ตัวอย่าง: "ฉันเป็นครูวิทยาศาสตร์ ป.5 กำลังสร้างเว็บสำหรับนักเรียน..."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ส่วนที่ 2 — เป้าหมาย (Goal):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บอกชิ้นงานที่ต้องการอย่างละเอียด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ตัวอย่าย: "...ช่วยสร้างหน้าเว็บ HTML มีควิซ 5 ข้อเรื่องระบบสุริยะ แต่ละข้อมี 4 ตัวเลือก มีปุ่มตรวจคำตอบ..."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ส่วนที่ 3 — ข้อจำกัด (Constraint):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บอกสิ่งที่ต้องการหรือไม่ต้องการ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ตัวอย่าง: "...ภาษาไทย ดีไซน์สีน้ำเงินฟ้าเหมือนอวกาศ ไม่ต้องใช้ Library ภายนอก"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LAB-03 | Prompt ที่ไม่ดี VS ที่ดี — ตัวอย่างที่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ได้เว็บที่ตรงตามที่ต้องการ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หัวข้อ: สร้างเว็บโรงเรียน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86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Prompt ที่ไม่ดี: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8269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74136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"สร้างเว็บไซต์"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9624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Prompt ที่ดี: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3367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25112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"สร้างหน้าเว็บ HTML หน้าเดียว สำหรับโรงเรียนประถมในชนบท แสดงชื่อโรงเรียน ข้อความต้อนรับ และเบอร์โทรศัพท์ ใช้สีน้ำเงินและขาว ภาษาไทย ไม่ต้องใช้ JavaScript"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LAB-03 | Prompt ที่ไม่ดี VS ที่ดี — ตัวอย่างที่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ได้ฟอร์มภาษาไทยพร้อมใช้งาน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หัวข้อ: สร้างฟอร์มรับสมัคร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86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Prompt ที่ไม่ดี: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8269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74136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"ทำฟอร์ม"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9624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Prompt ที่ดี: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3367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25112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"สร้างฟอร์ม HTML รับสมัครนักเรียน มีช่องกรอก: ชื่อ-นามสกุล, ชั้นที่สมัคร (ป.1-ป.6 แบบ dropdown), เบอร์โทรผู้ปกครอง และมีปุ่ม 'ส่งใบสมัคร' สีเขียว ทุกช่องมี label ภาษาไทย"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LAB-03 | Prompt ที่ไม่ดี VS ที่ดี — ตัวอย่างที่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AI วิเคราะห์และแก้ได้ตรงจุด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หัวข้อ: แก้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86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Prompt ที่ไม่ดี: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8269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74136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"แก้ Error ให้หน่อย"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9624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Prompt ที่ดี: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3367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25112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"โค้ด JavaScript ของฉันแสดง Error ว่า 'Uncaught ReferenceError: feedbackList is not defined' ที่ไฟล์ script.js บรรทัด 15 ช่วยหาสาเหตุและแก้ไขให้ด้วย"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LAB-03 | เทคนิคพิเศษ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1 — บอก "ฉันต้องการ" แทน "ทำให้":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ไม่ดี: "ทำปุ่มสีแดง"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ดี: "ฉันต้องการปุ่มสีแดงสด เมื่อ Hover แล้วสีเข้มขึ้น ข้อความในปุ่มว่า 'ส่งงาน'"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2 — ให้ตัวอย่างข้อมูลจริง: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"สร้างการ์ดแสดงข้อมูลนักเรียน ตัวอย่างข้อมูล: ชื่อ 'สมชาย ใจดี' ชั้น ป.5/2 เลขที่ 12"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7472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3 — บอกสิ่งที่ไม่ต้องการ: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5876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0873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95020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"สร้างเว็บตารางสอน ไม่ต้องมี JavaScript ใช้แค่ HTML และ CSS เท่านั้น"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LAB-03 | เทคนิคพิเศษ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4 — ขอคำอธิบายพร้อมกัน: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"สร้าง HTML สำหรับหน้าแรกเว็บโรงเรียน และอธิบายสั้นๆ ว่าแต่ละส่วนทำอะไร"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3113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5 — บอก Tone หรือสไตล์: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1518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"สร้างหน้าเว็บประวัติส่วนตัว สไตล์เรียบหรู professional ใช้สีโทนเข้ม"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9067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6 — อ้างอิงไฟล์ที่มีอยู่: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7033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661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"ดูไฟล์ index.html ที่มีอยู่แล้ว และเพิ่มส่วน footer ที่ด้านล่าง"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LAB-03 | Iterate คือหัวใจของ Vibe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Vibe Coding ไม่ใช่ "สั่งครั้งเดียวแล้วได้งานสมบูรณ์" แต่คือการปรับปรุงซ้ำๆ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ตัวอย่าง Iteration ที่ดี: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รอบที่ 1: "สร้างหน้าเว็บแสดงรายชื่อวิชา ป.4 ภาษาไทย"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รอบที่ 2: "ดีแล้ว ช่วยเพิ่ม emoji หน้าแต่ละวิชา และพื้นหลังเป็นสีเหลืองอ่อน"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รอบที่ 3: "ช่วยทำตัวหนังสือใหญ่ขึ้น และเพิ่มชื่อโรงเรียนที่หัวเพจ"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สังเกตว่า: เราไม่ได้สั่งทุกอย่างพร้อมกัน แต่ค่อยๆ ปรับ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4904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นี่เป็นธรรมชาติของ Vibe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LAB-04 | สร้างหน้าเว็บแรกด้วย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1.5 | 14:00 - 15:00 น. | ระยะเวลา ~1 ชั่วโมง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มีหน้าเว็บ HTML แนะนำตัวที่สร้างโดย AI พร้อมปรับแต่งได้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สิ่งที่จะสร้าง — หน้าเว็บแนะนำตัว มี: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6440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9300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5584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ชื่อและตำแหน่ง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3989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โรงเรียนและวิชาที่สอน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6110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23944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คำทักทายสั้นๆ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4515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507992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ข้อมูลติดต่อ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LAB-04 | HTML คืออะไร?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HTML (HyperText Markup Language) คือภาษาที่ใช้สร้างโครงสร้างหน้าเว็บ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อุปมาเปรียบเทียบ: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HTML = โครงสร้างบ้าน (กำแพง ประตู หน้าต่าง)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CSS = การตกแต่ง (สี วอลล์เปเปอร์ เฟอร์นิเจอร์)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JavaScript = ระบบไฟฟ้าและน้ำประปา (ทำให้บ้านทำงานได้)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747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เราไม่ต้องเขียน HTML เอง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47472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แค่บอก AI ว่าต้องการอะไร แล้ว AI จะเขียนให้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7705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ไฟล์ HTML เปิดดูได้ทันทีใน Browser ไม่ต้องติดตั้งอะไรเพิ่ม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LAB-04 | ขั้นตอนสร้างเว็บแรก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1 — เตรียมโฟลเดอร์: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7568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6712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สร้างโฟลเดอร์ใหม่ชื่อ "my-first-webpage"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883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5117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เปิดโฟลเดอร์ใน VS Code (File → Open Folder)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35224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2 — สั่ง AI สร้างไฟล์: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1927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478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10712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 Cline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94760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ส่ง Prompt บอกชื่อ วิชาที่สอน ชื่อโรงเรียน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159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7880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คลิก Approve เมื่อ Cline ขอสร้างไฟล์ index.html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62856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3 — ดูผลลัพธ์: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4690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7550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038344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คลิกขวาที่ index.html → Reveal in File Explorer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5955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422392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ดับเบิลคลิก index.html → เปิดใน 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LAB-04 | Loop การแก้ไข 3 รอบ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รอบที่ 1 — ปรับดีไซน์: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Prompt: "ดีแล้ว ช่วยเพิ่มเส้นขีดใต้ชื่อ ทำรายการวิชาเป็น Card และเพิ่ม emoji หน้าหัวข้อแต่ละส่วน"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3113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รอบที่ 2 — เพิ่มเนื้อหา: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1518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Prompt: "ช่วยเพิ่ม section ใหม่ 'ความสนใจส่วนตัว' แสดงเป็น badge 3-5 อย่าง"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9067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รอบที่ 3 — ตกแต่งให้สมบูรณ์: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7033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661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Prompt: "ช่วยเพิ่ม header ด้านบนสีเข้ม และ footer แสดงชื่อและปีปัจจุบัน"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5020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Checkpoint: เปิดใน Browser แล้วเห็นชื่อตัวเองจริงๆ บนหน้าเว็บ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LAB-05 | บันทึกงานด้วย Git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1.6 | 15:00 - 16:00 น. | ระยะเวลา ~1 ชั่วโมง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Commit งานชิ้นแรกสำเร็จ และเข้าใจว่า Git คืออะไร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Git คืออะไร — อุปมา "ระบบ Save Game":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6440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9300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5584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ทุกครั้งที่ Commit = กดปุ่ม Save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3989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ถ้างานเสียหาย = โหลด Save เก่ากลับมาได้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6110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23944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เห็นประวัติทุก Save ที่เคยทำ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07992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GitHub Desktop คือ: หน้าต่าง GUI ที่ทำให้ใช้ Git ได้โดยไม่พิมพ์คำสั่ง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LAB-05 | ทำไมต้อง Version Control?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สถานการณ์ที่เกิดขึ้นจริงถ้าไม่มี Git: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ปัญหาที่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4708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ไฟล์สูญหาย: แก้ไขไปแล้วอยากได้เวอร์ชันเก่ากลับมา แต่ทำไม่ได้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94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ปัญหาที่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4942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ไม่รู้แก้อะไรไปบ้าง: ทำงานหลายวัน จำไม่ได้ว่าเปลี่ยนอะไรเมื่อวานบ้าง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ปัญหาที่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5176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ทดลองแล้วพัง: ลองเพิ่มฟีเจอร์แล้วเว็บพังทั้งหมด แต่ไม่มีเวอร์ชันก่อนหน้า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5409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Git แก้ปัญหาเหล่านี้ทั้งหมด โดยเก็บ "ภาพถ่าย" ของโปรเจกต์ทุกครั้งที่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LAB-05 | สร้าง Repository ครั้งแรก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Repository = โฟลเดอร์ที่ Git คอยติดตามดูแลอยู่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เปิด GitHub 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คลิก File → Add Local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เลือกโฟลเดอร์ my-first-webpage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40"/>
            <a:ext cx="11503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ถ้าถามว่า "This directory does not appear to be a Git repository" → คลิก "Create a repository"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4439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คลิก Create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1947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ผลที่ควรเห็น: GitHub Desktop แสดงชื่อ Repository ที่มุมบนซ้าย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LAB-05 | ทำความเข้าใจ GitHub 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แท็บ Changes — ไฟล์ที่เปลี่ยนแต่ยังไม่ได้ Save: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สีเขียว (+) = เพิ่มเนื้อหาใหม่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สีแดง (-) = ลบเนื้อหาออก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แท็บ History — ประวัติการ Save ทั้งหมด: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เห็นว่าแต่ละครั้ง Save อะไรบ้าง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คลิกดูรายละเอียดได้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ช่อง Summary — ชื่อของ Commit: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เขียนให้กระชับ บอกว่าทำอะไร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ตัวอย่างดี: "เพิ่มส่วน contact information"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395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1023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ตัวอย่างไม่ดี: "แก้โค้ด", "update"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LAB-05 | วิธี Commit งาน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 Commit: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ตรวจสอบว่ามีไฟล์ใน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คลิกที่ไฟล์เพื่อดูว่าเปลี่ยนอะไรบ้าง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เขียน Commit Message ในช่อง Summary เช่น "สร้างหน้าแรก - แนะนำตัวเอง"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คลิกปุ่ม "Commit to main"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ตรวจสอบว่า Changes ว่างเปล่า = สำเร็จ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เคล็ดลับ Commit Message ที่ดี: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60857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8371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7000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สั้น ไม่เกิน 50 ตัวอักษร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2212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840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ขึ้นต้นด้วยกริยา: เพิ่ม, แก้ไข, ลบ, ปรับปรุง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6052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54681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บอกว่าทำอะไร ไม่ใช่แค่ "แก้โค้ด"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ตารางวันที่ 2 — สร้าง Project จริง และรันด้วย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ช่วงเช้า (09:00 - 12:00 น.):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09:00 น. — ทบทวน Loop การทำงาน 4 ขั้นตอน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09:30 น. — LAB-06: รู้จัก Docker + สร้าง Dockerfile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10:30 น. — LAB-07: Workshop สร้างเว็บรับความคิดเห็น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ช่วงบ่าย (13:00 - 16:00 น.):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13:00 น. — LAB-08: Debug ด้วย AI + Rollback ด้วย Git Desktop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14:30 น. — ระดมสมองไอเดีย Project เพื่อการศึกษา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15:30 น. — สรุปและ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LAB-06 | รู้จัก Docker และสร้าง Dockerfile ด้วย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2.2 | 09:30 - 10:30 น. | ระยะเวลา ~1 ชั่วโมง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เข้าใจแนวคิด Docker และรันหน้าเว็บผ่าน Docker 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สิ่งที่จะทำ: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6440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9300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5584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เรียนรู้แนวคิด Docker ผ่านอุปมา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3989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ให้ AI เขียน Dockerfile ให้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6110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23944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Build และ Run 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4515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507992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เปิดดูใน Browser ผ่าน http://localhost:8080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LAB-06 | ปัญหาที่ Docker แก้ได้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ปัญหาคลาสสิกในวงการพัฒนาซอฟต์แวร์: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"รันบนเครื่องฉันได้ แต่พอส่งให้เพื่อนแล้วพัง!"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สาเหตุ: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9352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980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แต่ละเครื่องมี OS ต่างกัน (Windows 10, 11, Mac, Linux)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192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1821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แต่ละเครื่องมีซอฟต์แวร์ที่ติดตั้งต่างกัน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033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661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Version ของเครื่องมือต่างกัน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50208"/>
            <a:ext cx="11503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Docker แก้ปัญหาโดย: บรรจุโปรแกรม + สภาพแวดล้อมทั้งหมด ไว้ในกล่องเดียว เอาไปวางที่เครื่องไหนก็ทำงานได้เหมือนกัน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LAB-06 | อุปมา: Docker เหมือนกล่องอาหาร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ปัญหาเดิม: "ทำข้าวต้มที่บ้านได้อร่อย แต่พอไปอุ่นที่โรงเรียนแล้วรสชาติเปลี่ยน"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วิธีแก้แบบ Docker: บรรจุทั้งข้าวต้ม + หม้อต้ม + น้ำ + ความร้อน ไว้ในกล่องเดียว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4708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ที่ไหนก็อร่อยเหมือนกัน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942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อุปมาอีกอย่าง — การแสดงละคร: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3347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8620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249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โปรแกรมเรา = บทละคร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461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1089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Container = เวทีพร้อมฉาก นักแสดง อุปกรณ์ครบ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301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9300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เอา Container ไปวางที่ไหน ก็แสดงได้เหมือนกัน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LAB-06 | คำศัพท์ Docker ที่ต้องรู้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Image — สูตรหรือ Template: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เหมือนสูตรอาหาร ใช้ซ้ำได้ไม่จำกัด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สร้างจาก Dockerfile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Container — โปรแกรมที่กำลังรันจาก Image: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เหมือนอาหารที่ทำจากสูตร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สร้างได้หลาย Container จาก Image เดียว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Dockerfile — ไฟล์คำสั่งสร้าง Image: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เราให้ AI เขียนให้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บอกว่า Image ประกอบด้วยอะไรบ้าง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1023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1023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กระบวนการสร้าง Image จาก Dockerfile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50468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50468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เริ่มต้น Container จาก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LAB-06 | Dockerfile คืออะไร?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Dockerfile คือไฟล์ text ธรรมดา ที่บอก Docker ว่าต้องทำอะไรบ้าง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ตัวอย่าง Dockerfile สำหรับเว็บ HTML: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322576"/>
            <a:ext cx="11503152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11137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Courier New"/>
              </a:rPr>
              <a:t>FROM nginx:alpine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79776"/>
            <a:ext cx="11503152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07208"/>
            <a:ext cx="11137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Courier New"/>
              </a:rPr>
              <a:t>COPY . /usr/share/nginx/html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36976"/>
            <a:ext cx="11503152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64408"/>
            <a:ext cx="11137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Courier New"/>
              </a:rPr>
              <a:t>EXPOSE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941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อธิบาย: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7822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3068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บรรทัดที่ 1: ใช้ nginx (web server) เป็น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908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5537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บรรทัดที่ 2: คัดลอกไฟล์ HTML ของเราเข้าไปใน container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749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9377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บรรทัดที่ 3: เปิด port 80 ให้เข้าถึงจากภายนอกได้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218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เราไม่ต้องเขียนเอง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3218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บอก AI แล้ว AI เขียนให้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LAB-06 | Build Image และ Run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Build Image — สร้างกล่องจากสูตร: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เปิด Terminal ใน VS Code (Ctrl + `) แล้วพิมพ์: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22576"/>
            <a:ext cx="11503152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50008"/>
            <a:ext cx="11137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Courier New"/>
              </a:rPr>
              <a:t>docker build -t my-first-webpage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797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รอประมาณ 1-2 นาที เมื่อเห็น "Successfully built" = สำเร็จ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552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Run Container — เปิดกล่องและรันโปรแกรม: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3931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30752"/>
            <a:ext cx="11503152" cy="3840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58184"/>
            <a:ext cx="11137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  <a:latin typeface="Courier New"/>
              </a:rPr>
              <a:t>docker run -d -p 8080:80 --name webpage my-first-webpage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879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เปิด Browser ไปที่: http://localhost:8080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6634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เห็นหน้าเว็บของเราที่รันผ่าน Docker แล้ว!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LAB-06 | จัดการ Container ใน Docker 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ดู Container ที่รันอยู่: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 Docker Desktop → คลิก "Containers" ที่แถบซ้าย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เห็น Container ชื่อ "webpage" สีเขียว = กำลังรัน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หยุด Container: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คลิกปุ่ม Stop ใน Docker Desktop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หรือพิมพ์ในTerminal: docker stop webpage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คำสั่งที่ใช้บ่อย: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ps — ดู Container ที่รันอยู่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images — ดูรายการ Image ทั้งหมด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395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1023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stop ชื่อ — หยุด Container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2356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548640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rm ชื่อ — ลบ Container (ไม่ลบ Image)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LAB-07 | Workshop: สร้างเว็บรับความคิดเห็น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2.3 | 10:30 - 12:00 น. | ระยะเวลา ~1 ชั่วโมง 30 นาที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สร้างเว็บแอปพลิเคชันจริงตั้งแต่ศูนย์ และรันด้วย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กติกา: ห้ามพิมพ์โค้ดเอง! ทุกอย่างบอก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58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ชิ้นงานที่จะสร้าง: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3989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684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3133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ฟอร์มรับความคิดเห็น: ชื่อ, หัวข้อ (dropdown), ข้อความ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525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15384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แสดงรายการความคิดเห็นทั้งหมด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3659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99432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เก็บข้อมูลด้วย localStorage (ไม่ต้องมี Server)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983480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รันด้วย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LAB-07 | สิ่งที่จะสร้าง — Wireframe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หน้าเว็บประกอบด้วย 2 ส่วนหลัก: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ส่วนบน — ฟอร์มรับข้อมูล: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ช่องกรอกชื่อ (ไม่บังคับ)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Dropdown หัวข้อ: ข้อเสนอแนะ, ปัญหาที่พบ, คำชื่นชม, อื่นๆ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ช่อง Textarea สำหรับพิมพ์ข้อความ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ปุ่ม "ส่งความคิดเห็น"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ส่วนล่าง — แสดงความคิดเห็นทั้งหมด: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นับจำนวน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แสดงแต่ละอันเป็น Card มีชื่อ, หัวข้อ, ข้อความ, วันเวลา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LAB-07 | ขั้นตอนที่ 1-3: วางแผนและสร้างโครงสร้าง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1 — สร้างโฟลเดอร์: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สร้างโฟลเดอร์ใหม่ชื่อ "feedback-app"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เปิดใน 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2 — วางแผนกับ AI ก่อน: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ส่ง Prompt ให้ AI อธิบายว่าต้องสร้างไฟล์อะไรบ้าง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ยังไม่ต้องขอให้เขียนโค้ด แค่วางแผนก่อน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3 — สร้าง HTML: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ส่ง Prompt บอกโครงสร้างฟอร์มและส่วนแสดงผล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Approve ให้ Cline สร้างไฟล์ index.html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LAB-07 | ขั้นตอนที่ 4-5: CSS และ JavaScript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4 — สร้าง CSS: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ส่ง Prompt บอกสีหลัก, ขนาด, สไตล์ที่ต้องการ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ตัวอย่าง: "สีหลักม่วง, ฟอร์มอยู่กลาง, Card มี shadow เบาๆ, Responsive"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Approve ให้สร้าง style.css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5 — สร้าง JavaScript: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ส่ง Prompt บอก Logic: บันทึกใน localStorage, แสดงผลทันที, ล้างฟอร์มหลังส่ง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Approve ให้สร้าง script.js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ทดสอบในเบราว์เซอร์ว่าส่ง Feedback ได้จริง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LAB-07 | ขั้นตอนที่ 6-8: Docker และ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6 — เพิ่ม Dockerfile: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ส่ง Prompt: "ช่วยสร้าง Dockerfile สำหรับ static web นี้ ใช้ nginx"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Approve ให้สร้าง Dockerfile และ .dockerignore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7 — Build และ Run: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build -t feedback-app 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run -d -p 3000:80 --name feedback feedback-app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เปิด http://localhost:3000 ทดสอบว่าใช้งานได้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2428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ขั้นที่ 8 — Commit ด้วย Git Desktop: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62686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 Repository ใหม่สำหรับ feedback-app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395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1023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Commit ทุกไฟล์ด้วย Message ที่อธิบายชัดเจน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LAB-08 | แก้บัคด้วย AI และย้อนเวลากลับด้วย Git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Leelawadee UI"/>
              </a:rPr>
              <a:t>Session 2.4 | 13:00 - 14:30 น. | ระยะเวลา ~1 ชั่วโมง 30 นาที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 ไม่กลัว Error และรู้วิธีกู้คืนโค้ดเมื่อเกิดปัญหา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แบ่งเป็น 2 ส่วน: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6440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9300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55848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ส่วน A: Debug ด้วย AI — ให้ AI ช่วยหาสาเหตุและแก้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3989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ส่วน B: Rollback ด้วย Git Desktop — ย้อนเวลากลับสู่จุดที่ปลอดภัย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Error ไม่น่ากลัว — เปลี่ยนมุมมอง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มุมมองเก่า: "Error = ฉันทำผิด ฉันไม่เก่ง"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มุมมองใหม่: "Error = ข้อมูลที่บอกว่าอะไรผิดปกติ และอยู่ที่ไหน"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ความจริงที่น่าสบายใจ: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0662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9352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980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นักพัฒนา Senior เจอ Error ทุกวัน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192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1821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Google "how to fix [Error]" คือสิ่งที่นักพัฒนาทำตลอดเวลา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033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5661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ตอนนี้เรามี AI ช่วยแก้ Error ได้แม่นยำกว่า Google มาก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5020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การเจอ Error แล้วแก้ได้ = ได้เรียนรู้สิ่งใหม่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วิธีอ่าน Error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Error Message มีข้อมูล 3 อย่างเสมอ: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ข้อมูลที่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4708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ชื่อ Error: บอกประเภทปัญหา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942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ตัวอย่าง: "ReferenceError" = ใช้ตัวแปรที่ไม่มีอยู่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249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ข้อมูลที่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2491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ไฟล์และบรรทัด: บอกว่าเกิดที่ไหน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2724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ตัวอย่าง: "script.js:15" = ไฟล์ script.js บรรทัด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027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ข้อมูลที่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0273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คำอธิบาย: บอกว่าเกิดอะไรขึ้น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0507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ตัวอย่าง: "feedbackList is not defined" = ตัวแปรนี้ไม่ได้ถูกประกาศ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8056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เราไม่ต้องเข้าใจทั้งหมด แค่ Copy ให้ AI แล้ว AI จะอ่านให้เอง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วิธีเปิดดู Error ใน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เมื่อเว็บไม่ทำงานหรือทำงานผิดปกติ: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ขั้นที่ 1: คลิกขวาในหน้าเว็บ → เลือก "Inspect" (หรือ "ตรวจสอบ")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ขั้นที่ 2: คลิกแท็บ "Console" ที่เปิดขึ้นมา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Leelawadee UI"/>
              </a:rPr>
              <a:t>ขั้นที่ 3: มองหาข้อความสีแดง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9806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Leelawadee UI"/>
              </a:rPr>
              <a:t>นั่นคือ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ขั้นที่ 4: คัดลอกข้อความ Error ทั้งหมด (คลิกขวา → Copy)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6758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หรือกด F12 เพื่อเปิด Developer Tools โดยตรง แล้วคลิกแท็บ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วิธีให้ AI แก้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Copy Error message ทั้งหมดจาก Console (ไม่ตัดทอน)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2. เปิด Cline แล้วส่ง Prompt แบบนี้: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"เว็บ feedback-app มี Error ดังนี้: [วาง Error ที่นี่]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ช่วยหาสาเหตุและแก้ไขให้ด้วย"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AI จะวิเคราะห์และแก้ไขไฟล์ให้ → คลิก 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Refresh Browser และทดสอบว่าใช้งานได้แล้ว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000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ถ้ายังมี Error ใหม่ → ทำซ้ำจากขั้นที่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เทคนิค Debug อย่างมีประสิทธิภาพ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1 — Copy Error ทั้งหมด ไม่ตัดทอน: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ยิ่งให้ข้อมูลมาก AI ยิ่งแก้ได้แม่นยำ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2 — บอก Context ว่าเพิ่งทำอะไรไป: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"เว็บพังหลังจากที่ฉันเพิ่งเพิ่มส่วน filter ข้อมูล Error คือ..."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3 — ถ้าแก้แล้วยังมี Error ใหม่: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5760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"แก้ตามที่บอกแล้วแต่ยังเจอ Error ใหม่: [Error ใหม่] ช่วยดูอีกครั้ง"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 4 — บอก Browser ที่ใช้: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60857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7000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"ใช้ Chrome เวอร์ชัน... เห็น Error ว่า..."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ทำไมต้อง Rollback?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สถานการณ์ที่ต้องใช้ Rollback: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AI เขียนโค้ดใหม่แล้วเว็บพังทั้งหน้า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ลบอะไรสำคัญออกไปโดยไม่ตั้งใจ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เพิ่มฟีเจอร์ใหม่แล้วฟีเจอร์เก่าเสีย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3639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9923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ทดลองอะไรบางอย่างแล้วอยากกลับจุดเดิม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8328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กฎสำคัญ: Rollback ทำได้เฉพาะไฟล์ที่ Commit ไว้แล้ว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นี่คือเหตุผลที่ต้อง Commit บ่อยๆ ระหว่างทำงาน ไม่ใช่แค่ตอนเสร็จ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elawadee UI"/>
              </a:rPr>
              <a:t>LAB-08 | วิธี Revert Commit ใน GitHub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08760"/>
            <a:ext cx="12188952" cy="5349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338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elawadee UI"/>
              </a:rPr>
              <a:t>ผลลัพธ์: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Revert Commit = สร้าง Commit ใหม่ที่ยกเลิกการเปลี่ยนแปลงของ Commit ที่เลือก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864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8269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74136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เปิด GitHub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9624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คลิกแท็บ "History"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25112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คลิกขวาที่ Commit ที่ต้องการยกเลิก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เลือก "Revert Changes in Commit"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7608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คลิก Commit Revert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88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751576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ประวัติยังอยู่ครบ ไม่มีการลบ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72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135624"/>
            <a:ext cx="11183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ไฟล์กลับมาเป็นเวอร์ชันก่อนหน้า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วิธี Discard Changes (ยกเลิกก่อน Commit)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ถ้าแก้ไขไฟล์แล้วยังไม่ได้ Commit และอยากยกเลิก: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ขั้นตอน: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1. เปิด GitHub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2. ใน Changes จะเห็นไฟล์ที่เปลี่ยนแปลง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7355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3. คลิกขวาที่ไฟล์นั้น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4904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4. เลือก "Discard Changes"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245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5. ยืนยัน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000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คำเตือน: วิธีนี้จะลบการเปลี่ยนแปลงถาวร ไม่สามารถ Undo ได้!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17550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ใช้เมื่อ: มั่นใจว่าต้องการยกเลิกการเปลี่ยนแปลงทั้งหมดในไฟล์นั้น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LAB-08 | สรุป: Loop เมื่อเจอปัญหา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เจอ Error → อ่านข้อความ (อย่าตกใจ!) → Copy ทั้งหมด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ส่งให้ AI ใน Cline พร้อม Context → AI แนะนำวิธีแก้ → Approve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2257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ทดสอบว่าแก้ได้แล้ว: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0662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9352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980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ใช่ → Commit ทันที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192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1821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ยัง → ส่ง Error ใหม่ให้ AI อีกครั้ง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6616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ถ้า AI แก้แล้วยิ่งพัง → Rollback ด้วย GitHub Desktop แล้วเริ่มใหม่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ไอเดีย Project เพื่อการศึกษา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สิ่งที่ครูสร้างได้ด้วย Vibe Coding — ใช้ได้เลย: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ระบบเช็คชื่อออนไลน์: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หน้าแสดงรายชื่อนักเรียน คลิกเช็คชื่อได้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บันทึกในเบราว์เซอร์ พิมพ์รายงานได้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9067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แบบทดสอบออนไลน์: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7033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661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สร้างควิซ แต่ละวิชาแต่ละบท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873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95020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ตรวจคำตอบอัตโนมัติ แสดงคะแนน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3425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เว็บรวม Link สื่อการสอน: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71830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94690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80974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รวม YouTube, PDF, เว็บไซต์ที่ใช้บ่อย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3095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19379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แยกหมวดหมู่ตามวิชา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ไอเดีย Project เพื่อการศึกษา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ไอเดียที่ซับซ้อนขึ้นหน่อย แต่ทำได้: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ปฏิทินกิจกรรมโรงเรียน: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แสดงกิจกรรมในแต่ละเดือน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ไฮไลท์วันสำคัญ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9067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ระบบส่งการบ้านออนไลน์: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7033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661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นักเรียนกรอกชื่อ แนบ Link งาน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873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95020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ครูดูรายการส่งได้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3425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กล่องรับความคิดเห็นจากผู้ปกครอง: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718304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94690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80974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ฟอร์มส่งข้อความ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3095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19379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แสดงรวมให้ครูอ่าน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ไอเดีย Project ต่อยอดสำหรับนักเรียน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สิ่งที่นักเรียนสามารถทำได้ด้วย Vibe Coding: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ระดับ ป.4-ป.6: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เว็บแนะนำสัตว์ที่ชอบ มีรูปภาพและข้อมูล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Quiz วิชาที่เรียน ตรวจคำตอบได้เอง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เว็บแสดงงาน Portfolio ส่วนตัว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7472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ระดับ ม.1-ม.6: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5876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08736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95020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เว็บ To-Do List จัดการการบ้าน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Calculator สำหรับคำนวณโจทย์ฟิสิกส์หรือเคมี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เว็บสรุปเนื้อหาบทที่เรียนพร้อมรูปภาพ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ไอเดีย Prompt สำหรับสร้าง Project ต่อ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ตัวอย่าง Prompt พร้อมใช้สำหรับครู: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สร้างระบบเช็คชื่อ: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22576"/>
            <a:ext cx="11503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"สร้างเว็บ HTML ระบบเช็คชื่อนักเรียน ป.5/1 จำนวน 30 คน แสดงเป็นปุ่มชื่อนักเรียน คลิกแล้วเปลี่ยนสีเป็นเขียว (มา) หรือแดง (ขาด) บันทึกใน localStorage ภาษาไทย"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1752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สร้างแบบทดสอบ: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0156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93008"/>
            <a:ext cx="11503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"สร้างเว็บควิซ 5 ข้อเรื่องระบบย่อยอาหาร แต่ละข้อมี 4 ตัวเลือก เมื่อกดตรวจคำตอบแสดงว่าถูกหรือผิด พร้อมคำอธิบายสั้นๆ ภาษาไทย"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สรุปสิ่งที่ได้เรียนรู้ตลอด 2 วัน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วันที่ 1: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ติดตั้งเครื่องมือ Vibe Coding ครบ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คุยกับ AI และขอโค้ดได้สำเร็จ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เขียน Prompt ที่ดีได้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3639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9923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สร้างหน้าเว็บแรกด้วย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2044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38328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บันทึกงานด้วย Git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6732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วันที่ 2: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5137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รัน Docker และเข้าใจว่ามันแก้ปัญหาอะไร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640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6268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 Web App ตั้งแต่ศูนย์ด้วย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1480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0109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แก้ Error โดยให้ AI ช่วยได้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53212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539496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กู้คืนโค้ดด้วย GitHub Desktop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ทักษะที่ติดตัวกลับบ้าน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ทักษะ Vibe Coding: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เขียน Prompt ที่มีบริบท เป้าหมาย และข้อจำกัด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Iterate ปรับปรุงงานซ้ำๆ จนพอใจ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ไม่ตกใจเมื่อเจอ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ทักษะเครื่องมือ: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สร้างและแก้ไขโปรเจกต์ด้วย VS Code + Cline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รัน Docker Container ได้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ใช้ GitHub Desktop บันทึกและย้อนงานได้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6268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ทักษะการสอน: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1091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2395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1023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นำ Vibe Coding ไปสอนนักเรียนได้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2356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548640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สร้างสื่อการสอน Digital ด้วย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00760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587044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แก้ปัญหาเทคนิคให้นักเรียนได้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06B6D4"/>
                </a:solidFill>
                <a:latin typeface="Leelawadee UI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Leelawadee UI"/>
              </a:rPr>
              <a:t>"การเขียนโปรแกรมในยุคใหม่ไม่ใช่การท่องจำคำสั่ง แต่คือการรู้จักสื่อสารกับ AI ให้ชัดเจน"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สิ่งที่ต้องทำหลังกลับบ้าน: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ลองสร้าง Project จริงที่เกี่ยวกับวิชาที่สอน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แบ่งปัน Link GitHub ให้เพื่อนครูคนอื่น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ลองสอนนักเรียนให้รู้จัก Vibe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ถามได้เสมอ ไม่มีคำถามไหนโง่เกินไป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903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ขอบคุณทุกท่านที่เข้าร่วมอบรม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เส้นทางต่อยอดหลังจากนี้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สัปดาห์แรก — ฝึกกับงานจริง: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 1 Project ที่เกี่ยวข้องกับวิชาที่สอน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ลองสร้างอะไรสักอย่างทุกวัน แม้ชิ้นเล็กๆ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บันทึกทุกครั้งด้วย GitHub 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เดือนแรก — ขยายขอบเขต: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8328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ลองสร้าง Project ที่ซับซ้อนขึ้น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แบ่งปันงานให้เพื่อนครูดู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เริ่มสอนนักเรียนให้รู้จัก Vibe 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62686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ระยะยาว — เป็น Facilitator: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1091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23951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10235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ออกแบบกิจกรรม Vibe Coding สำหรับห้องเรียน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2356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548640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สร้าง Project ร่วมกับนักเรียน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06B6D4"/>
                </a:solidFill>
                <a:latin typeface="Leelawadee UI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Leelawadee UI"/>
              </a:rPr>
              <a:t>"หลักการ 70:20:10 สำหรับ Workshop ในห้องเรียน"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เมื่อนำ Vibe Coding ไปสอนนักเรียน ใช้สัดส่วนนี้: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70% — ลงมือทำจริง (Experiential Learning):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นักเรียนสั่ง AI เอง ไม่ใช่ดูครูทำ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ทดลอง ผิดพลาด และแก้ไขด้วยตัวเอง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20% — ครู Coach ไม่ใช่ Teach: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903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อย่าเฉลยทันที ใช้คำถามกรวยแทน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406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"ลองอ่านบรรทัดสีแดงดู AI บอกว่าอะไร?"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909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10% — เรียนรู้จากผู้อื่น: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8412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แชร์งานกันในกลุ่ม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8915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  <a:latin typeface="Leelawadee UI"/>
              </a:rPr>
              <a:t>- เรียนรู้ Prompt ของเพื่อนที่ได้ผลดี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เทคนิคสอน Vibe Coding ให้นักเรียน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เทคนิคที่ 1 — เริ่มจากสิ่งที่นักเรียนอยากสร้าง: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อย่าให้โจทย์เดียวกันทุกคน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ให้แต่ละคนเลือกหัวข้อที่ตัวเองสนใจ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15184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เทคนิคที่ 2 — สอน Prompt ก่อน Code: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9232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ฝึกเขียน Prompt บน Word ก่อน แล้วค่อยส่งให้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ทำให้นักเรียนเข้าใจว่า "ความชัดเจน" สำคัญกว่า "ความถูกต้องทางเทคนิค"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เทคนิคที่ 3 — สร้าง Culture ที่ไม่กลัวผิด: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4281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714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Celebrate ทุกครั้งที่นักเรียนแก้ Error ได้สำเร็จ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5546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71830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บอกว่า "Error คือสัญญาณว่ากำลังเรียนรู้"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เปรียบเทียบ Local AI vs Cloud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Local AI (Ollama + Qwen2.5-Coder) ที่เราใช้วันนี้: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ฟรี 100% ไม่มีค่า API รายเดือน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ออฟไลน์ได้ เหมาะกับโรงเรียนที่ internet ไม่เสถียร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ข้อมูลไม่รั่ว ความเป็นส่วนตัวสูง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3639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9923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ใช้ RAM เยอะ (8GB+) และตอบช้ากว่า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8328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Cloud AI (ChatGPT, Claude, Gemini):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76732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ตอบเร็วกว่า และฉลาดกว่ามาก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มีค่าใช้จ่าย (ฟรีแบบจำกัด)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640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6268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ต้องใช้ internet และมีบัญชีผู้ใช้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1480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501091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เหมาะสำหรับโปรเจกต์จริงจัง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39496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แนะนำ: เรียนรู้กับ Local ก่อน เมื่อชำนาญแล้วค่อยลอง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คำถามที่พบบ่อย (FAQ)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08176"/>
            <a:ext cx="11320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eelawadee UI"/>
              </a:rPr>
              <a:t>Q: ต้องรู้ภาษาโปรแกรมมาก่อนไหม?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11320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E293B"/>
                </a:solidFill>
                <a:latin typeface="Leelawadee UI"/>
              </a:rPr>
              <a:t>A: ไม่จำเป็นเลย เราสั่ง AI เป็นภาษาคน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31720"/>
            <a:ext cx="1150315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68296"/>
            <a:ext cx="11320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eelawadee UI"/>
              </a:rPr>
              <a:t>Q: ถ้า AI เขียนโค้ดผิด ต้องรู้โค้ดเพื่อแก้ไหม?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11320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E293B"/>
                </a:solidFill>
                <a:latin typeface="Leelawadee UI"/>
              </a:rPr>
              <a:t>A: ไม่ต้อง! บอก AI ว่ามี Error อะไร แล้ว AI จะแก้ให้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91840"/>
            <a:ext cx="1150315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11320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eelawadee UI"/>
              </a:rPr>
              <a:t>Q: Vibe Coding เหมาะกับสอนนักเรียนชั้นไหน?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11320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E293B"/>
                </a:solidFill>
                <a:latin typeface="Leelawadee UI"/>
              </a:rPr>
              <a:t>A: เริ่มได้ตั้งแต่ ป.4 ขึ้นไป ถ้าพิมพ์ภาษาไทยได้คล่อง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51960"/>
            <a:ext cx="1150315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88536"/>
            <a:ext cx="11320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eelawadee UI"/>
              </a:rPr>
              <a:t>Q: ต้อง internet ตลอดเวลาไหม?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54880"/>
            <a:ext cx="11320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E293B"/>
                </a:solidFill>
                <a:latin typeface="Leelawadee UI"/>
              </a:rPr>
              <a:t>A: ไม่ต้อง หลังติดตั้งและดาวน์โหลด Model แล้ว ออฟไลน์ได้เลย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212080"/>
            <a:ext cx="11503152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48656"/>
            <a:ext cx="11320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eelawadee UI"/>
              </a:rPr>
              <a:t>Q: ถ้า RAM ไม่พอ 8GB ทำยังไง?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15000"/>
            <a:ext cx="113202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E293B"/>
                </a:solidFill>
                <a:latin typeface="Leelawadee UI"/>
              </a:rPr>
              <a:t>A: ใช้ Cloud AI อย่าง ChatGPT แทน Cline ได้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แหล่งเรียนรู้เพิ่มเติม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เครื่องมือ: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VS Code: code.visualstudio.com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6829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3113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GitHub Desktop: desktop.github.com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5234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1518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Docker Desktop: docker.com/products/docker-desktop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3639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9923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Ollama: ollama.com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8328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AI Models อื่นที่ใช้กับ Ollama ได้: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767328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llama3.2:3b — เบากว่า รันบนเครื่องเก่าได้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7997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4281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codellama:7b — เชี่ยวชาญโค้ดอีกตัวเลือก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6402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62686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deepseek-coder:6.7b — เหมาะสำหรับโค้ดซับซ้อน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010912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เรียนรู้เพิ่มเติม: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394960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62356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548640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YouTube: ค้นหา "Vibe Coding tutorial"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00760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587044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GitHub ของหลักสูตรนี้มีเนื้อหาครบถ้วน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Leelawadee UI"/>
              </a:rPr>
              <a:t>Q&amp;A — ถามได้เลย!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ไม่มีคำถามไหนโง่เกินไปสำหรับ Workshop 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Leelawadee UI"/>
              </a:rPr>
              <a:t>หัวข้อที่มักถามในช่วงนี้: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13716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5973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การแก้ปัญหาติดตั้งที่ยังค้างอยู่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437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706624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วิธีนำไปประยุกต์ใช้ในวิชาที่สอน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2783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090672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เทคนิค Prompt เพิ่มเติมสำหรับกรณีพิเศษ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118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474720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แนวทางการสอน Vibe Coding ให้นักเรียน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99592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858768"/>
            <a:ext cx="11228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E293B"/>
                </a:solidFill>
                <a:latin typeface="Leelawadee UI"/>
              </a:rPr>
              <a:t>ข้อสงสัยอื่นๆ จากการทำ LAB ตลอด 2 วัน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42816"/>
            <a:ext cx="11503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Leelawadee UI"/>
              </a:rPr>
              <a:t>ติดต่อวิทยากรหลังการอบรม: ยินดีช่วยเหลือเสมอ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Leelawadee UI"/>
              </a:rPr>
              <a:t>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